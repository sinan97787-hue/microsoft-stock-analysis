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Microsoft Stock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Contains daily Microsoft stock data</a:t>
            </a:r>
          </a:p>
          <a:p>
            <a:r>
              <a:t>- Columns: Date, Open, High, Low, Close, Adj Close, Volume</a:t>
            </a:r>
          </a:p>
          <a:p>
            <a:r>
              <a:t>- Additional Columns: Year, Month Name, Daily Price Change, Daily Range, Trend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Shows stock price movement over time</a:t>
            </a:r>
          </a:p>
          <a:p>
            <a:r>
              <a:t>- Includes Up/Down/Neutral trend analysis</a:t>
            </a:r>
          </a:p>
          <a:p>
            <a:r>
              <a:t>- Monthly performance comparisons</a:t>
            </a:r>
          </a:p>
          <a:p>
            <a:r>
              <a:t>- Volatility insights using Daily Range</a:t>
            </a:r>
          </a:p>
          <a:p>
            <a:r>
              <a:t>- Volume trends for trading activity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Trend column created using Daily Price Change</a:t>
            </a:r>
          </a:p>
          <a:p>
            <a:r>
              <a:t>- Up: Price increased</a:t>
            </a:r>
          </a:p>
          <a:p>
            <a:r>
              <a:t>- Down: Price decreased</a:t>
            </a:r>
          </a:p>
          <a:p>
            <a:r>
              <a:t>- Neutral: No significant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Clear view of MSFT market behavior</a:t>
            </a:r>
          </a:p>
          <a:p>
            <a:r>
              <a:t>- Identifies high/low volatility periods</a:t>
            </a:r>
          </a:p>
          <a:p>
            <a:r>
              <a:t>- Shows long-term and short-term trends</a:t>
            </a:r>
          </a:p>
          <a:p>
            <a:r>
              <a:t>- Highlights monthly and yearly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Power BI dashboard provides a detailed analysis of Microsoft stock trends, volatility, and key performance insights, supporting better market understanding.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